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4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9" autoAdjust="0"/>
  </p:normalViewPr>
  <p:slideViewPr>
    <p:cSldViewPr snapToGrid="0">
      <p:cViewPr>
        <p:scale>
          <a:sx n="50" d="100"/>
          <a:sy n="50" d="100"/>
        </p:scale>
        <p:origin x="1500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8851734" cy="1475013"/>
          </a:xfrm>
        </p:spPr>
        <p:txBody>
          <a:bodyPr>
            <a:normAutofit/>
          </a:bodyPr>
          <a:lstStyle/>
          <a:p>
            <a:r>
              <a:rPr lang="en-US" dirty="0">
                <a:latin typeface="Ubuntu" panose="020B0504030602030204" pitchFamily="34" charset="0"/>
              </a:rPr>
              <a:t>Unleash Your INNOVATION WITH ARDUINO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>
                <a:latin typeface="Ubuntu" panose="020B0504030602030204" pitchFamily="34" charset="0"/>
              </a:rPr>
              <a:t>MANOLO, festo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1298476">
            <a:off x="143000" y="3293953"/>
            <a:ext cx="13054456" cy="38378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F0D685-CD57-B5F8-ED98-A6F04A795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3708" y="669269"/>
            <a:ext cx="20002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F03ADA-94FB-F4C7-B24D-4BE0284BD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Ubuntu" panose="020B0504030602030204" pitchFamily="34" charset="0"/>
              </a:rPr>
              <a:t>Discover how Arduino can empower you to turn your ideas into real projects.</a:t>
            </a:r>
          </a:p>
          <a:p>
            <a:r>
              <a:rPr lang="en-US" sz="3200" dirty="0">
                <a:latin typeface="Ubuntu" panose="020B0504030602030204" pitchFamily="34" charset="0"/>
              </a:rPr>
              <a:t>Learn how to create interactive devices, gadgets, and robots.</a:t>
            </a:r>
          </a:p>
          <a:p>
            <a:r>
              <a:rPr lang="en-US" sz="3200" dirty="0">
                <a:latin typeface="Ubuntu" panose="020B0504030602030204" pitchFamily="34" charset="0"/>
              </a:rPr>
              <a:t>Gain hands-on experience in programming and electronics.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A4FA-AE97-DEFD-B878-39C02C6BF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7327132" cy="558233"/>
          </a:xfrm>
        </p:spPr>
        <p:txBody>
          <a:bodyPr/>
          <a:lstStyle/>
          <a:p>
            <a:r>
              <a:rPr lang="en-US" dirty="0"/>
              <a:t>applications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B92BDB-B044-C7C4-CE22-019601172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7694" y="1260389"/>
            <a:ext cx="6454587" cy="4707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006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8CBB5-F355-2610-A7B0-D11722E3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D6096-8E39-05A8-BE51-15FC8F958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Ubuntu" panose="020B0504030602030204" pitchFamily="34" charset="0"/>
              </a:rPr>
              <a:t>Arduino is an open-source electronics platform that combines hardware and software to create interactive electronic projects.</a:t>
            </a:r>
          </a:p>
          <a:p>
            <a:r>
              <a:rPr lang="en-US" sz="2800" dirty="0">
                <a:latin typeface="Ubuntu" panose="020B0504030602030204" pitchFamily="34" charset="0"/>
              </a:rPr>
              <a:t>It consists of microcontrollers (the brains) and the Arduino Integrated Development Environment (IDE) for programming.</a:t>
            </a:r>
          </a:p>
        </p:txBody>
      </p:sp>
    </p:spTree>
    <p:extLst>
      <p:ext uri="{BB962C8B-B14F-4D97-AF65-F5344CB8AC3E}">
        <p14:creationId xmlns:p14="http://schemas.microsoft.com/office/powerpoint/2010/main" val="14651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8ECD4-F83D-5CDF-D39D-A235E4161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B218-BBBA-7EDF-3964-32CAFF0FB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Ubuntu" panose="020B0504030602030204" pitchFamily="34" charset="0"/>
              </a:rPr>
              <a:t>Versatility:</a:t>
            </a:r>
          </a:p>
          <a:p>
            <a:r>
              <a:rPr lang="en-US" sz="3200" dirty="0">
                <a:latin typeface="Ubuntu" panose="020B0504030602030204" pitchFamily="34" charset="0"/>
              </a:rPr>
              <a:t>Learning and Prototyping:</a:t>
            </a:r>
          </a:p>
          <a:p>
            <a:r>
              <a:rPr lang="en-US" sz="3200" dirty="0">
                <a:latin typeface="Ubuntu" panose="020B0504030602030204" pitchFamily="34" charset="0"/>
              </a:rPr>
              <a:t>Innovation and Creativity:</a:t>
            </a:r>
          </a:p>
        </p:txBody>
      </p:sp>
    </p:spTree>
    <p:extLst>
      <p:ext uri="{BB962C8B-B14F-4D97-AF65-F5344CB8AC3E}">
        <p14:creationId xmlns:p14="http://schemas.microsoft.com/office/powerpoint/2010/main" val="2755876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861A-20D7-E5EC-8D8A-0E73E9E5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92C3E-A9BC-6BC3-F6A3-869260D49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296516"/>
            <a:ext cx="4000500" cy="5118100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latin typeface="Ubuntu" panose="020B0504030602030204" pitchFamily="34" charset="0"/>
              </a:rPr>
              <a:t>IoT (Internet of Things): 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Energy Management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Accessibility Devices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Security Systems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Entertainment and Gaming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Automotive Customization: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Aquaponics and Hydroponics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Weather Stations:             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CF6320-B069-1F4B-CDE1-6AEDE052DCD0}"/>
              </a:ext>
            </a:extLst>
          </p:cNvPr>
          <p:cNvSpPr txBox="1">
            <a:spLocks/>
          </p:cNvSpPr>
          <p:nvPr/>
        </p:nvSpPr>
        <p:spPr>
          <a:xfrm>
            <a:off x="1324142" y="2180744"/>
            <a:ext cx="3587155" cy="3975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latin typeface="Ubuntu" panose="020B0504030602030204" pitchFamily="34" charset="0"/>
              </a:rPr>
              <a:t>Home Automation               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Health and Wellness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Education: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Robotics: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Environmental Monitoring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Agriculture</a:t>
            </a:r>
          </a:p>
        </p:txBody>
      </p:sp>
    </p:spTree>
    <p:extLst>
      <p:ext uri="{BB962C8B-B14F-4D97-AF65-F5344CB8AC3E}">
        <p14:creationId xmlns:p14="http://schemas.microsoft.com/office/powerpoint/2010/main" val="3807971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DC59-76AD-7FEB-5D43-D0D79C42F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666750"/>
            <a:ext cx="895350" cy="533400"/>
          </a:xfrm>
        </p:spPr>
        <p:txBody>
          <a:bodyPr/>
          <a:lstStyle/>
          <a:p>
            <a:r>
              <a:rPr lang="en-US" dirty="0"/>
              <a:t>TME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3D0822B-238A-040C-64D5-76764847A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19100" y="1200150"/>
            <a:ext cx="11372850" cy="535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819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DBBA6-AB1C-D373-E3F9-87640618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further ado…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4D7AD-8776-B8DE-4AFC-586801005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Ubuntu" panose="020B0504030602030204" pitchFamily="34" charset="0"/>
              </a:rPr>
              <a:t>ALARMING TRAFFIC LIGTHTS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VERY CHARMING FIRE ALARM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MUSIC VIRTUARIZER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AUTOMATED LIGHTS</a:t>
            </a:r>
          </a:p>
          <a:p>
            <a:r>
              <a:rPr lang="en-US" sz="2400" b="1" dirty="0">
                <a:latin typeface="Ubuntu" panose="020B0504030602030204" pitchFamily="34" charset="0"/>
              </a:rPr>
              <a:t>QUITE BULBS</a:t>
            </a:r>
          </a:p>
        </p:txBody>
      </p:sp>
    </p:spTree>
    <p:extLst>
      <p:ext uri="{BB962C8B-B14F-4D97-AF65-F5344CB8AC3E}">
        <p14:creationId xmlns:p14="http://schemas.microsoft.com/office/powerpoint/2010/main" val="338233251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{3E7D241B-C332-4E0D-A41A-3642B554EFF4}tf33552983_win32</Template>
  <TotalTime>267</TotalTime>
  <Words>150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Franklin Gothic Book</vt:lpstr>
      <vt:lpstr>Franklin Gothic Demi</vt:lpstr>
      <vt:lpstr>Ubuntu</vt:lpstr>
      <vt:lpstr>Wingdings 2</vt:lpstr>
      <vt:lpstr>DividendVTI</vt:lpstr>
      <vt:lpstr>Unleash Your INNOVATION WITH ARDUINO</vt:lpstr>
      <vt:lpstr>purpose</vt:lpstr>
      <vt:lpstr>applications</vt:lpstr>
      <vt:lpstr>arduino</vt:lpstr>
      <vt:lpstr>Why arduino</vt:lpstr>
      <vt:lpstr>Like …</vt:lpstr>
      <vt:lpstr>TME</vt:lpstr>
      <vt:lpstr>Without further ado…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Unleash Your INNOVATION WITH ARDUINO</dc:title>
  <dc:creator>Festo Magembe</dc:creator>
  <cp:lastModifiedBy>Festo Magembe</cp:lastModifiedBy>
  <cp:revision>9</cp:revision>
  <dcterms:created xsi:type="dcterms:W3CDTF">2023-08-08T15:46:09Z</dcterms:created>
  <dcterms:modified xsi:type="dcterms:W3CDTF">2023-08-08T20:13:11Z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